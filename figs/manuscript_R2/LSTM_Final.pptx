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538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14A9C74A-93F3-8FF9-E328-0D126FBC27E0}"/>
              </a:ext>
            </a:extLst>
          </p:cNvPr>
          <p:cNvGrpSpPr/>
          <p:nvPr/>
        </p:nvGrpSpPr>
        <p:grpSpPr>
          <a:xfrm>
            <a:off x="411480" y="274320"/>
            <a:ext cx="8348472" cy="6172200"/>
            <a:chOff x="411480" y="274320"/>
            <a:chExt cx="8348472" cy="6172200"/>
          </a:xfrm>
        </p:grpSpPr>
        <p:sp>
          <p:nvSpPr>
            <p:cNvPr id="2" name="Shape 0"/>
            <p:cNvSpPr/>
            <p:nvPr/>
          </p:nvSpPr>
          <p:spPr>
            <a:xfrm>
              <a:off x="411480" y="502920"/>
              <a:ext cx="8321040" cy="4778943"/>
            </a:xfrm>
            <a:prstGeom prst="roundRect">
              <a:avLst>
                <a:gd name="adj" fmla="val 4688"/>
              </a:avLst>
            </a:prstGeom>
            <a:solidFill>
              <a:srgbClr val="F7F8FA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CA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977640" y="274320"/>
              <a:ext cx="1188720" cy="457200"/>
            </a:xfrm>
            <a:prstGeom prst="roundRect">
              <a:avLst>
                <a:gd name="adj" fmla="val 16000"/>
              </a:avLst>
            </a:prstGeom>
            <a:solidFill>
              <a:srgbClr val="DEEBF7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 2"/>
            <p:cNvSpPr/>
            <p:nvPr/>
          </p:nvSpPr>
          <p:spPr>
            <a:xfrm>
              <a:off x="3977640" y="274320"/>
              <a:ext cx="1188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LSTM</a:t>
              </a:r>
              <a:endParaRPr lang="en-US" sz="2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1234440" y="1417320"/>
              <a:ext cx="6675120" cy="3291840"/>
            </a:xfrm>
            <a:prstGeom prst="roundRect">
              <a:avLst>
                <a:gd name="adj" fmla="val 5556"/>
              </a:avLst>
            </a:prstGeom>
            <a:solidFill>
              <a:srgbClr val="EAF2FB">
                <a:alpha val="85000"/>
              </a:srgbClr>
            </a:solidFill>
            <a:ln w="19050">
              <a:solidFill>
                <a:srgbClr val="8FAEC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Shape 4"/>
            <p:cNvSpPr/>
            <p:nvPr/>
          </p:nvSpPr>
          <p:spPr>
            <a:xfrm>
              <a:off x="1097280" y="1261872"/>
              <a:ext cx="1874520" cy="3630168"/>
            </a:xfrm>
            <a:prstGeom prst="roundRect">
              <a:avLst>
                <a:gd name="adj" fmla="val 8780"/>
              </a:avLst>
            </a:prstGeom>
            <a:ln w="22225">
              <a:solidFill>
                <a:srgbClr val="D6B656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Shape 5"/>
            <p:cNvSpPr/>
            <p:nvPr/>
          </p:nvSpPr>
          <p:spPr>
            <a:xfrm>
              <a:off x="3108960" y="1261872"/>
              <a:ext cx="2240280" cy="3630168"/>
            </a:xfrm>
            <a:prstGeom prst="roundRect">
              <a:avLst>
                <a:gd name="adj" fmla="val 7347"/>
              </a:avLst>
            </a:prstGeom>
            <a:ln w="22225">
              <a:solidFill>
                <a:srgbClr val="82A87C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Shape 6"/>
            <p:cNvSpPr/>
            <p:nvPr/>
          </p:nvSpPr>
          <p:spPr>
            <a:xfrm>
              <a:off x="5486400" y="1261872"/>
              <a:ext cx="2240280" cy="3630168"/>
            </a:xfrm>
            <a:prstGeom prst="roundRect">
              <a:avLst>
                <a:gd name="adj" fmla="val 7347"/>
              </a:avLst>
            </a:prstGeom>
            <a:ln w="22225">
              <a:solidFill>
                <a:srgbClr val="C4A277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2CDCF31-54D0-02C0-A6DC-E83633346671}"/>
                </a:ext>
              </a:extLst>
            </p:cNvPr>
            <p:cNvGrpSpPr/>
            <p:nvPr/>
          </p:nvGrpSpPr>
          <p:grpSpPr>
            <a:xfrm>
              <a:off x="1348740" y="940149"/>
              <a:ext cx="1371600" cy="384048"/>
              <a:chOff x="1353312" y="896112"/>
              <a:chExt cx="1371600" cy="384048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1353312" y="896112"/>
                <a:ext cx="1371600" cy="384048"/>
              </a:xfrm>
              <a:prstGeom prst="roundRect">
                <a:avLst>
                  <a:gd name="adj" fmla="val 14286"/>
                </a:avLst>
              </a:prstGeom>
              <a:solidFill>
                <a:srgbClr val="FFF2CC"/>
              </a:solidFill>
              <a:ln w="15875">
                <a:solidFill>
                  <a:srgbClr val="D6B656"/>
                </a:solidFill>
                <a:prstDash val="soli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353312" y="896112"/>
                <a:ext cx="137160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7F6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Forget Gate</a:t>
                </a:r>
                <a:endParaRPr lang="en-US" sz="1500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CB7E8CD-C26D-A1F6-1AA9-D4A128EA021D}"/>
                </a:ext>
              </a:extLst>
            </p:cNvPr>
            <p:cNvGrpSpPr/>
            <p:nvPr/>
          </p:nvGrpSpPr>
          <p:grpSpPr>
            <a:xfrm>
              <a:off x="3566160" y="941832"/>
              <a:ext cx="1325880" cy="384048"/>
              <a:chOff x="3566160" y="896112"/>
              <a:chExt cx="1325880" cy="384048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3566160" y="896112"/>
                <a:ext cx="1325880" cy="384048"/>
              </a:xfrm>
              <a:prstGeom prst="roundRect">
                <a:avLst>
                  <a:gd name="adj" fmla="val 14286"/>
                </a:avLst>
              </a:prstGeom>
              <a:solidFill>
                <a:srgbClr val="E2EFDA"/>
              </a:solidFill>
              <a:ln w="15875">
                <a:solidFill>
                  <a:srgbClr val="82A87C"/>
                </a:solidFill>
                <a:prstDash val="soli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3566160" y="896112"/>
                <a:ext cx="13258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375623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Input Gate</a:t>
                </a:r>
                <a:endParaRPr lang="en-US" sz="1500" dirty="0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468901E-B747-82DF-5035-95B677A6C76A}"/>
                </a:ext>
              </a:extLst>
            </p:cNvPr>
            <p:cNvGrpSpPr/>
            <p:nvPr/>
          </p:nvGrpSpPr>
          <p:grpSpPr>
            <a:xfrm>
              <a:off x="5920740" y="941832"/>
              <a:ext cx="1371600" cy="384048"/>
              <a:chOff x="5925312" y="896112"/>
              <a:chExt cx="1371600" cy="384048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5925312" y="896112"/>
                <a:ext cx="1371600" cy="384048"/>
              </a:xfrm>
              <a:prstGeom prst="roundRect">
                <a:avLst>
                  <a:gd name="adj" fmla="val 14286"/>
                </a:avLst>
              </a:prstGeom>
              <a:solidFill>
                <a:srgbClr val="F2E6D5"/>
              </a:solidFill>
              <a:ln w="15875">
                <a:solidFill>
                  <a:srgbClr val="C4A277"/>
                </a:solidFill>
                <a:prstDash val="soli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5925312" y="896112"/>
                <a:ext cx="137160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6F4E2E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Output Gate</a:t>
                </a:r>
                <a:endParaRPr lang="en-US" sz="1500" dirty="0"/>
              </a:p>
            </p:txBody>
          </p:sp>
        </p:grpSp>
        <p:sp>
          <p:nvSpPr>
            <p:cNvPr id="15" name="Shape 13"/>
            <p:cNvSpPr/>
            <p:nvPr/>
          </p:nvSpPr>
          <p:spPr>
            <a:xfrm>
              <a:off x="594360" y="1965960"/>
              <a:ext cx="7909560" cy="0"/>
            </a:xfrm>
            <a:prstGeom prst="line">
              <a:avLst/>
            </a:prstGeom>
            <a:noFill/>
            <a:ln w="34925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4"/>
            <p:cNvSpPr/>
            <p:nvPr/>
          </p:nvSpPr>
          <p:spPr>
            <a:xfrm>
              <a:off x="594360" y="4160520"/>
              <a:ext cx="7909560" cy="0"/>
            </a:xfrm>
            <a:prstGeom prst="line">
              <a:avLst/>
            </a:prstGeom>
            <a:noFill/>
            <a:ln w="34925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Shape 15"/>
            <p:cNvSpPr/>
            <p:nvPr/>
          </p:nvSpPr>
          <p:spPr>
            <a:xfrm>
              <a:off x="1600200" y="4206240"/>
              <a:ext cx="0" cy="941832"/>
            </a:xfrm>
            <a:prstGeom prst="line">
              <a:avLst/>
            </a:prstGeom>
            <a:noFill/>
            <a:ln w="34925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Shape 16"/>
            <p:cNvSpPr/>
            <p:nvPr/>
          </p:nvSpPr>
          <p:spPr>
            <a:xfrm>
              <a:off x="7452360" y="932688"/>
              <a:ext cx="0" cy="3227832"/>
            </a:xfrm>
            <a:prstGeom prst="line">
              <a:avLst/>
            </a:prstGeom>
            <a:noFill/>
            <a:ln w="34925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Shape 17"/>
            <p:cNvSpPr/>
            <p:nvPr/>
          </p:nvSpPr>
          <p:spPr>
            <a:xfrm>
              <a:off x="2240280" y="3904488"/>
              <a:ext cx="0" cy="256032"/>
            </a:xfrm>
            <a:prstGeom prst="line">
              <a:avLst/>
            </a:prstGeom>
            <a:noFill/>
            <a:ln w="2540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Shape 18"/>
            <p:cNvSpPr/>
            <p:nvPr/>
          </p:nvSpPr>
          <p:spPr>
            <a:xfrm>
              <a:off x="3703320" y="3904488"/>
              <a:ext cx="0" cy="256032"/>
            </a:xfrm>
            <a:prstGeom prst="line">
              <a:avLst/>
            </a:prstGeom>
            <a:noFill/>
            <a:ln w="2540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Shape 19"/>
            <p:cNvSpPr/>
            <p:nvPr/>
          </p:nvSpPr>
          <p:spPr>
            <a:xfrm>
              <a:off x="4549140" y="3904488"/>
              <a:ext cx="0" cy="256032"/>
            </a:xfrm>
            <a:prstGeom prst="line">
              <a:avLst/>
            </a:prstGeom>
            <a:noFill/>
            <a:ln w="2540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Shape 20"/>
            <p:cNvSpPr/>
            <p:nvPr/>
          </p:nvSpPr>
          <p:spPr>
            <a:xfrm>
              <a:off x="6149340" y="3904488"/>
              <a:ext cx="0" cy="256032"/>
            </a:xfrm>
            <a:prstGeom prst="line">
              <a:avLst/>
            </a:prstGeom>
            <a:noFill/>
            <a:ln w="2540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Shape 21"/>
            <p:cNvSpPr/>
            <p:nvPr/>
          </p:nvSpPr>
          <p:spPr>
            <a:xfrm>
              <a:off x="2240280" y="2176272"/>
              <a:ext cx="0" cy="1069848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Shape 22"/>
            <p:cNvSpPr/>
            <p:nvPr/>
          </p:nvSpPr>
          <p:spPr>
            <a:xfrm>
              <a:off x="3703320" y="2697480"/>
              <a:ext cx="0" cy="548640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Shape 23"/>
            <p:cNvSpPr/>
            <p:nvPr/>
          </p:nvSpPr>
          <p:spPr>
            <a:xfrm>
              <a:off x="3703320" y="2697480"/>
              <a:ext cx="640080" cy="0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Shape 24"/>
            <p:cNvSpPr/>
            <p:nvPr/>
          </p:nvSpPr>
          <p:spPr>
            <a:xfrm>
              <a:off x="4549140" y="2898648"/>
              <a:ext cx="0" cy="347472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Shape 25"/>
            <p:cNvSpPr/>
            <p:nvPr/>
          </p:nvSpPr>
          <p:spPr>
            <a:xfrm>
              <a:off x="4549140" y="2176272"/>
              <a:ext cx="0" cy="320040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Shape 26"/>
            <p:cNvSpPr/>
            <p:nvPr/>
          </p:nvSpPr>
          <p:spPr>
            <a:xfrm>
              <a:off x="6537960" y="1965960"/>
              <a:ext cx="0" cy="192024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Shape 27"/>
            <p:cNvSpPr/>
            <p:nvPr/>
          </p:nvSpPr>
          <p:spPr>
            <a:xfrm>
              <a:off x="6537960" y="2615184"/>
              <a:ext cx="0" cy="201168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Shape 28"/>
            <p:cNvSpPr/>
            <p:nvPr/>
          </p:nvSpPr>
          <p:spPr>
            <a:xfrm>
              <a:off x="6149340" y="3017520"/>
              <a:ext cx="0" cy="228600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Shape 29"/>
            <p:cNvSpPr/>
            <p:nvPr/>
          </p:nvSpPr>
          <p:spPr>
            <a:xfrm>
              <a:off x="6149340" y="3017520"/>
              <a:ext cx="187452" cy="0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Shape 30"/>
            <p:cNvSpPr/>
            <p:nvPr/>
          </p:nvSpPr>
          <p:spPr>
            <a:xfrm>
              <a:off x="6537960" y="3218688"/>
              <a:ext cx="0" cy="896112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Shape 31"/>
            <p:cNvSpPr/>
            <p:nvPr/>
          </p:nvSpPr>
          <p:spPr>
            <a:xfrm>
              <a:off x="2048256" y="1773936"/>
              <a:ext cx="384048" cy="3840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F7F7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Text 32"/>
            <p:cNvSpPr/>
            <p:nvPr/>
          </p:nvSpPr>
          <p:spPr>
            <a:xfrm>
              <a:off x="2048256" y="175564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×</a:t>
              </a:r>
              <a:endParaRPr lang="en-US" sz="16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357116" y="1773936"/>
              <a:ext cx="384048" cy="3840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F7F7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Text 34"/>
            <p:cNvSpPr/>
            <p:nvPr/>
          </p:nvSpPr>
          <p:spPr>
            <a:xfrm>
              <a:off x="4357116" y="175564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</a:t>
              </a:r>
              <a:endParaRPr lang="en-US" sz="1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357116" y="2505456"/>
              <a:ext cx="384048" cy="3840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F7F7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Text 36"/>
            <p:cNvSpPr/>
            <p:nvPr/>
          </p:nvSpPr>
          <p:spPr>
            <a:xfrm>
              <a:off x="4357116" y="248716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×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345936" y="2825496"/>
              <a:ext cx="384048" cy="3840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F7F7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Text 38"/>
            <p:cNvSpPr/>
            <p:nvPr/>
          </p:nvSpPr>
          <p:spPr>
            <a:xfrm>
              <a:off x="6345936" y="280720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×</a:t>
              </a:r>
              <a:endParaRPr lang="en-US" sz="16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1897380" y="3246120"/>
              <a:ext cx="685800" cy="640080"/>
            </a:xfrm>
            <a:prstGeom prst="roundRect">
              <a:avLst>
                <a:gd name="adj" fmla="val 11429"/>
              </a:avLst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Text 40"/>
            <p:cNvSpPr/>
            <p:nvPr/>
          </p:nvSpPr>
          <p:spPr>
            <a:xfrm>
              <a:off x="1897380" y="3246120"/>
              <a:ext cx="685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Ψ</a:t>
              </a:r>
              <a:r>
                <a:rPr lang="en-US" sz="16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σ</a:t>
              </a:r>
              <a:endParaRPr lang="en-US" sz="16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3383280" y="3246120"/>
              <a:ext cx="640080" cy="640080"/>
            </a:xfrm>
            <a:prstGeom prst="roundRect">
              <a:avLst>
                <a:gd name="adj" fmla="val 11429"/>
              </a:avLst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Text 42"/>
            <p:cNvSpPr/>
            <p:nvPr/>
          </p:nvSpPr>
          <p:spPr>
            <a:xfrm>
              <a:off x="3383280" y="324612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Ψ</a:t>
              </a:r>
              <a:r>
                <a:rPr lang="en-US" sz="16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σ</a:t>
              </a:r>
              <a:endParaRPr lang="en-US" sz="16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146804" y="3246120"/>
              <a:ext cx="804672" cy="640080"/>
            </a:xfrm>
            <a:prstGeom prst="roundRect">
              <a:avLst>
                <a:gd name="adj" fmla="val 11429"/>
              </a:avLst>
            </a:prstGeom>
            <a:solidFill>
              <a:srgbClr val="FFF2CC"/>
            </a:solidFill>
            <a:ln w="15875">
              <a:solidFill>
                <a:srgbClr val="D6B65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Text 44"/>
            <p:cNvSpPr/>
            <p:nvPr/>
          </p:nvSpPr>
          <p:spPr>
            <a:xfrm>
              <a:off x="4146804" y="3246120"/>
              <a:ext cx="8046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7F6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Ψ</a:t>
              </a:r>
              <a:r>
                <a:rPr lang="en-US" sz="1400" b="1" i="1" baseline="-40000" dirty="0">
                  <a:solidFill>
                    <a:srgbClr val="7F6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tanh</a:t>
              </a:r>
              <a:endParaRPr lang="en-US" sz="14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5806440" y="3246120"/>
              <a:ext cx="685800" cy="640080"/>
            </a:xfrm>
            <a:prstGeom prst="roundRect">
              <a:avLst>
                <a:gd name="adj" fmla="val 11429"/>
              </a:avLst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Text 46"/>
            <p:cNvSpPr/>
            <p:nvPr/>
          </p:nvSpPr>
          <p:spPr>
            <a:xfrm>
              <a:off x="5806440" y="3246120"/>
              <a:ext cx="685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Ψ</a:t>
              </a:r>
              <a:r>
                <a:rPr lang="en-US" sz="16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σ</a:t>
              </a:r>
              <a:endParaRPr lang="en-US" sz="16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6126480" y="2157984"/>
              <a:ext cx="822960" cy="457200"/>
            </a:xfrm>
            <a:prstGeom prst="ellipse">
              <a:avLst/>
            </a:prstGeom>
            <a:solidFill>
              <a:srgbClr val="FFF2CC"/>
            </a:solidFill>
            <a:ln w="15875">
              <a:solidFill>
                <a:srgbClr val="D6B65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Text 48"/>
            <p:cNvSpPr/>
            <p:nvPr/>
          </p:nvSpPr>
          <p:spPr>
            <a:xfrm>
              <a:off x="6126480" y="2157984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i="1" dirty="0">
                  <a:solidFill>
                    <a:srgbClr val="7F6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Ψ</a:t>
              </a:r>
              <a:r>
                <a:rPr lang="en-US" sz="1500" b="1" i="1" baseline="-40000" dirty="0">
                  <a:solidFill>
                    <a:srgbClr val="7F6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tanh</a:t>
              </a:r>
              <a:endParaRPr lang="en-US" sz="15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475488" y="1627632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</a:t>
              </a:r>
              <a:r>
                <a:rPr lang="en-US" sz="15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t-1</a:t>
              </a:r>
              <a:endParaRPr lang="en-US" sz="15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8211312" y="162763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</a:t>
              </a:r>
              <a:r>
                <a:rPr lang="en-US" sz="15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5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475488" y="3822192"/>
              <a:ext cx="731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</a:t>
              </a:r>
              <a:r>
                <a:rPr lang="en-US" sz="15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t-1</a:t>
              </a:r>
              <a:endParaRPr lang="en-US" sz="15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8211312" y="382219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</a:t>
              </a:r>
              <a:r>
                <a:rPr lang="en-US" sz="15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5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7589520" y="93268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</a:t>
              </a:r>
              <a:r>
                <a:rPr lang="en-US" sz="15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5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431758" y="4940406"/>
              <a:ext cx="24303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</a:t>
              </a:r>
              <a:r>
                <a:rPr lang="en-US" sz="15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5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2004823" y="2799748"/>
              <a:ext cx="201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r>
                <a:rPr lang="en-US" sz="14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4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3511296" y="2805524"/>
              <a:ext cx="182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</a:t>
              </a:r>
              <a:r>
                <a:rPr lang="en-US" sz="14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4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4681728" y="294436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C̃</a:t>
              </a:r>
              <a:r>
                <a:rPr lang="en-US" sz="14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4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5833872" y="2761488"/>
              <a:ext cx="411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o</a:t>
              </a:r>
              <a:r>
                <a:rPr lang="en-US" sz="140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400" dirty="0"/>
            </a:p>
          </p:txBody>
        </p:sp>
        <p:sp>
          <p:nvSpPr>
            <p:cNvPr id="64" name="Shape 0"/>
            <p:cNvSpPr/>
            <p:nvPr/>
          </p:nvSpPr>
          <p:spPr>
            <a:xfrm>
              <a:off x="411480" y="5440680"/>
              <a:ext cx="8321040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C9D2DB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Shape 1"/>
            <p:cNvSpPr/>
            <p:nvPr/>
          </p:nvSpPr>
          <p:spPr>
            <a:xfrm>
              <a:off x="713232" y="5285232"/>
              <a:ext cx="932688" cy="310896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2700">
              <a:solidFill>
                <a:srgbClr val="C9D2DB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Text 2"/>
            <p:cNvSpPr/>
            <p:nvPr/>
          </p:nvSpPr>
          <p:spPr>
            <a:xfrm>
              <a:off x="713232" y="5285232"/>
              <a:ext cx="9326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Legend</a:t>
              </a:r>
              <a:endParaRPr lang="en-US" sz="1400" dirty="0"/>
            </a:p>
          </p:txBody>
        </p:sp>
        <p:sp>
          <p:nvSpPr>
            <p:cNvPr id="67" name="Shape 3"/>
            <p:cNvSpPr/>
            <p:nvPr/>
          </p:nvSpPr>
          <p:spPr>
            <a:xfrm>
              <a:off x="822960" y="5678424"/>
              <a:ext cx="365760" cy="256032"/>
            </a:xfrm>
            <a:prstGeom prst="roundRect">
              <a:avLst>
                <a:gd name="adj" fmla="val 17857"/>
              </a:avLst>
            </a:prstGeom>
            <a:solidFill>
              <a:srgbClr val="BDD7EE"/>
            </a:solidFill>
            <a:ln w="12700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Text 4"/>
            <p:cNvSpPr/>
            <p:nvPr/>
          </p:nvSpPr>
          <p:spPr>
            <a:xfrm>
              <a:off x="1298448" y="5669280"/>
              <a:ext cx="2103120" cy="2743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 err="1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Ψ</a:t>
              </a:r>
              <a:r>
                <a:rPr lang="en-US" sz="1350" b="1" i="1" baseline="-40000" dirty="0" err="1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σ</a:t>
              </a:r>
              <a:r>
                <a:rPr lang="en-US" sz="13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 -  sigmoid activation</a:t>
              </a:r>
              <a:endParaRPr lang="en-US" sz="1350" dirty="0"/>
            </a:p>
          </p:txBody>
        </p:sp>
        <p:sp>
          <p:nvSpPr>
            <p:cNvPr id="69" name="Shape 5"/>
            <p:cNvSpPr/>
            <p:nvPr/>
          </p:nvSpPr>
          <p:spPr>
            <a:xfrm>
              <a:off x="3474720" y="5678424"/>
              <a:ext cx="365760" cy="256032"/>
            </a:xfrm>
            <a:prstGeom prst="roundRect">
              <a:avLst>
                <a:gd name="adj" fmla="val 17857"/>
              </a:avLst>
            </a:prstGeom>
            <a:solidFill>
              <a:srgbClr val="FFF2CC"/>
            </a:solidFill>
            <a:ln w="12700">
              <a:solidFill>
                <a:srgbClr val="D6B65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Text 6"/>
            <p:cNvSpPr/>
            <p:nvPr/>
          </p:nvSpPr>
          <p:spPr>
            <a:xfrm>
              <a:off x="3950208" y="5669280"/>
              <a:ext cx="2103120" cy="2743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 err="1">
                  <a:solidFill>
                    <a:srgbClr val="7F6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Ψ</a:t>
              </a:r>
              <a:r>
                <a:rPr lang="en-US" sz="1350" b="1" i="1" baseline="-40000" dirty="0" err="1">
                  <a:solidFill>
                    <a:srgbClr val="7F6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tanh</a:t>
              </a:r>
              <a:r>
                <a:rPr lang="en-US" sz="13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 -  tanh activation</a:t>
              </a:r>
              <a:endParaRPr lang="en-US" sz="1350" dirty="0"/>
            </a:p>
          </p:txBody>
        </p:sp>
        <p:sp>
          <p:nvSpPr>
            <p:cNvPr id="71" name="Shape 7"/>
            <p:cNvSpPr/>
            <p:nvPr/>
          </p:nvSpPr>
          <p:spPr>
            <a:xfrm>
              <a:off x="6126480" y="5678424"/>
              <a:ext cx="256032" cy="256032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7F7F7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Text 8"/>
            <p:cNvSpPr/>
            <p:nvPr/>
          </p:nvSpPr>
          <p:spPr>
            <a:xfrm>
              <a:off x="6126480" y="5664708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×</a:t>
              </a:r>
              <a:endParaRPr lang="en-US" sz="1200" dirty="0"/>
            </a:p>
          </p:txBody>
        </p:sp>
        <p:sp>
          <p:nvSpPr>
            <p:cNvPr id="73" name="Text 9"/>
            <p:cNvSpPr/>
            <p:nvPr/>
          </p:nvSpPr>
          <p:spPr>
            <a:xfrm>
              <a:off x="6510528" y="5669280"/>
              <a:ext cx="2011680" cy="2743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element-wise product</a:t>
              </a:r>
              <a:endParaRPr lang="en-US" sz="1350" dirty="0"/>
            </a:p>
          </p:txBody>
        </p:sp>
        <p:sp>
          <p:nvSpPr>
            <p:cNvPr id="74" name="Shape 10"/>
            <p:cNvSpPr/>
            <p:nvPr/>
          </p:nvSpPr>
          <p:spPr>
            <a:xfrm>
              <a:off x="877824" y="6053328"/>
              <a:ext cx="256032" cy="256032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7F7F7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Text 11"/>
            <p:cNvSpPr/>
            <p:nvPr/>
          </p:nvSpPr>
          <p:spPr>
            <a:xfrm>
              <a:off x="877824" y="6039612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4040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</a:t>
              </a:r>
              <a:endParaRPr lang="en-US" sz="1200" dirty="0"/>
            </a:p>
          </p:txBody>
        </p:sp>
        <p:sp>
          <p:nvSpPr>
            <p:cNvPr id="76" name="Text 12"/>
            <p:cNvSpPr/>
            <p:nvPr/>
          </p:nvSpPr>
          <p:spPr>
            <a:xfrm>
              <a:off x="1298448" y="6044184"/>
              <a:ext cx="2103120" cy="2743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element-wise addition</a:t>
              </a:r>
              <a:endParaRPr lang="en-US" sz="1350" dirty="0"/>
            </a:p>
          </p:txBody>
        </p:sp>
        <p:sp>
          <p:nvSpPr>
            <p:cNvPr id="77" name="Shape 13"/>
            <p:cNvSpPr/>
            <p:nvPr/>
          </p:nvSpPr>
          <p:spPr>
            <a:xfrm>
              <a:off x="3474720" y="6181344"/>
              <a:ext cx="365760" cy="0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8" name="Text 14"/>
            <p:cNvSpPr/>
            <p:nvPr/>
          </p:nvSpPr>
          <p:spPr>
            <a:xfrm>
              <a:off x="3950208" y="6044184"/>
              <a:ext cx="2103120" cy="2743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information flow</a:t>
              </a:r>
              <a:endParaRPr lang="en-US" sz="1350" dirty="0"/>
            </a:p>
          </p:txBody>
        </p:sp>
        <p:sp>
          <p:nvSpPr>
            <p:cNvPr id="79" name="Shape 15"/>
            <p:cNvSpPr/>
            <p:nvPr/>
          </p:nvSpPr>
          <p:spPr>
            <a:xfrm>
              <a:off x="6126480" y="6053328"/>
              <a:ext cx="365760" cy="256032"/>
            </a:xfrm>
            <a:prstGeom prst="roundRect">
              <a:avLst>
                <a:gd name="adj" fmla="val 21429"/>
              </a:avLst>
            </a:prstGeom>
            <a:ln w="15875">
              <a:solidFill>
                <a:srgbClr val="D6B656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0" name="Text 16"/>
            <p:cNvSpPr/>
            <p:nvPr/>
          </p:nvSpPr>
          <p:spPr>
            <a:xfrm>
              <a:off x="6601968" y="6044184"/>
              <a:ext cx="2011680" cy="2743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gate region (dashed)</a:t>
              </a:r>
              <a:endParaRPr lang="en-US" sz="135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D906AA1-FA91-34B7-B837-DD92A4C23568}"/>
                </a:ext>
              </a:extLst>
            </p:cNvPr>
            <p:cNvSpPr txBox="1"/>
            <p:nvPr/>
          </p:nvSpPr>
          <p:spPr>
            <a:xfrm>
              <a:off x="486247" y="56428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CA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</Words>
  <Application>Microsoft PowerPoint</Application>
  <PresentationFormat>On-screen Show (4:3)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Saad Khan</dc:creator>
  <cp:lastModifiedBy>Saad Khan</cp:lastModifiedBy>
  <cp:revision>5</cp:revision>
  <dcterms:created xsi:type="dcterms:W3CDTF">2026-08-01T04:31:15Z</dcterms:created>
  <dcterms:modified xsi:type="dcterms:W3CDTF">2026-08-10T05:08:32Z</dcterms:modified>
</cp:coreProperties>
</file>