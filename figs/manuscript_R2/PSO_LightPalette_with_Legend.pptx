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8001000"/>
  <p:notesSz cx="8001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24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490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57200"/>
            <a:ext cx="8321040" cy="6510528"/>
          </a:xfrm>
          <a:prstGeom prst="roundRect">
            <a:avLst>
              <a:gd name="adj" fmla="val 4213"/>
            </a:avLst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977640" y="237744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DEEBF7"/>
          </a:solidFill>
          <a:ln w="15875">
            <a:solidFill>
              <a:srgbClr val="6C8E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977640" y="2377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94760" y="89611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2EFDA"/>
          </a:solidFill>
          <a:ln w="15875">
            <a:solidFill>
              <a:srgbClr val="82A87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794760" y="896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756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0" cy="237744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2834640" y="1517904"/>
            <a:ext cx="3474720" cy="420624"/>
          </a:xfrm>
          <a:prstGeom prst="roundRect">
            <a:avLst>
              <a:gd name="adj" fmla="val 17391"/>
            </a:avLst>
          </a:prstGeom>
          <a:solidFill>
            <a:srgbClr val="FFF2CC"/>
          </a:solidFill>
          <a:ln w="15875">
            <a:solidFill>
              <a:srgbClr val="D6B65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834640" y="151790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7F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 population randomly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938528"/>
            <a:ext cx="0" cy="237744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965960" y="2176272"/>
            <a:ext cx="5212080" cy="420624"/>
          </a:xfrm>
          <a:prstGeom prst="roundRect">
            <a:avLst>
              <a:gd name="adj" fmla="val 17391"/>
            </a:avLst>
          </a:prstGeom>
          <a:solidFill>
            <a:srgbClr val="FFF2CC"/>
          </a:solidFill>
          <a:ln w="15875">
            <a:solidFill>
              <a:srgbClr val="D6B65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965960" y="217627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7F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fitness of each particle and identify global best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2596896"/>
            <a:ext cx="0" cy="237744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2514600" y="2834640"/>
            <a:ext cx="4114800" cy="749808"/>
          </a:xfrm>
          <a:prstGeom prst="diamond">
            <a:avLst/>
          </a:prstGeom>
          <a:solidFill>
            <a:srgbClr val="F2E6D5"/>
          </a:solidFill>
          <a:ln w="15875">
            <a:solidFill>
              <a:srgbClr val="C4A27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200400" y="2834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6F4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 termination conditions met?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0" y="3584448"/>
            <a:ext cx="0" cy="237744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700016" y="36027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828800" y="2926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2697480" y="3822192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DEEBF7"/>
          </a:solidFill>
          <a:ln w="15875">
            <a:solidFill>
              <a:srgbClr val="6C8E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2697480" y="38221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velocity and position of particles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4242816"/>
            <a:ext cx="0" cy="237744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2834640" y="4480560"/>
            <a:ext cx="3474720" cy="420624"/>
          </a:xfrm>
          <a:prstGeom prst="roundRect">
            <a:avLst>
              <a:gd name="adj" fmla="val 17391"/>
            </a:avLst>
          </a:prstGeom>
          <a:solidFill>
            <a:srgbClr val="FFF2CC"/>
          </a:solidFill>
          <a:ln w="15875">
            <a:solidFill>
              <a:srgbClr val="D6B65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2834640" y="44805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7F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Recalculate fitness of each particle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4901184"/>
            <a:ext cx="0" cy="237744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2697480" y="5138928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DEEBF7"/>
          </a:solidFill>
          <a:ln w="15875">
            <a:solidFill>
              <a:srgbClr val="6C8E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2697480" y="51389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personal best for each particle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0" y="5559552"/>
            <a:ext cx="0" cy="237744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2834640" y="5797296"/>
            <a:ext cx="3474720" cy="420624"/>
          </a:xfrm>
          <a:prstGeom prst="roundRect">
            <a:avLst>
              <a:gd name="adj" fmla="val 17391"/>
            </a:avLst>
          </a:prstGeom>
          <a:solidFill>
            <a:srgbClr val="DEEBF7"/>
          </a:solidFill>
          <a:ln w="15875">
            <a:solidFill>
              <a:srgbClr val="6C8E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2834640" y="57972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global best position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0" y="6217920"/>
            <a:ext cx="0" cy="237744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3794760" y="645566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2EFDA"/>
          </a:solidFill>
          <a:ln w="15875">
            <a:solidFill>
              <a:srgbClr val="82A87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3794760" y="6455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756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88720" y="3209544"/>
            <a:ext cx="1325880" cy="0"/>
          </a:xfrm>
          <a:prstGeom prst="line">
            <a:avLst/>
          </a:prstGeom>
          <a:noFill/>
          <a:ln w="28575">
            <a:solidFill>
              <a:srgbClr val="6C8EBF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1188720" y="3209544"/>
            <a:ext cx="0" cy="3438144"/>
          </a:xfrm>
          <a:prstGeom prst="line">
            <a:avLst/>
          </a:prstGeom>
          <a:noFill/>
          <a:ln w="28575">
            <a:solidFill>
              <a:srgbClr val="6C8EBF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1188720" y="6647688"/>
            <a:ext cx="2587752" cy="0"/>
          </a:xfrm>
          <a:prstGeom prst="line">
            <a:avLst/>
          </a:prstGeom>
          <a:noFill/>
          <a:ln w="28575">
            <a:solidFill>
              <a:srgbClr val="6C8EBF"/>
            </a:solidFill>
            <a:prstDash val="dash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6309360" y="6007608"/>
            <a:ext cx="1600200" cy="0"/>
          </a:xfrm>
          <a:prstGeom prst="line">
            <a:avLst/>
          </a:prstGeom>
          <a:noFill/>
          <a:ln w="28575">
            <a:solidFill>
              <a:srgbClr val="6C8EBF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7909560" y="3209544"/>
            <a:ext cx="0" cy="2798064"/>
          </a:xfrm>
          <a:prstGeom prst="line">
            <a:avLst/>
          </a:prstGeom>
          <a:noFill/>
          <a:ln w="28575">
            <a:solidFill>
              <a:srgbClr val="6C8EBF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6647688" y="3209544"/>
            <a:ext cx="1261872" cy="0"/>
          </a:xfrm>
          <a:prstGeom prst="line">
            <a:avLst/>
          </a:prstGeom>
          <a:noFill/>
          <a:ln w="28575">
            <a:solidFill>
              <a:srgbClr val="6C8EBF"/>
            </a:solidFill>
            <a:prstDash val="dash"/>
            <a:head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411480" y="7150608"/>
            <a:ext cx="83210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C9D2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713232" y="7004304"/>
            <a:ext cx="9326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2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713232" y="700430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Legend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874520" y="7219188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E2EFDA"/>
          </a:solidFill>
          <a:ln w="12700">
            <a:solidFill>
              <a:srgbClr val="82A87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2368296" y="7200900"/>
            <a:ext cx="12801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/ End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315968" y="7219188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4809744" y="7200900"/>
            <a:ext cx="1828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initialization &amp; fitness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693408" y="7219188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DEEBF7"/>
          </a:solidFill>
          <a:ln w="12700">
            <a:solidFill>
              <a:srgbClr val="6C8E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7187184" y="7200900"/>
            <a:ext cx="15544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particle-update step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938528" y="7443216"/>
            <a:ext cx="246888" cy="246888"/>
          </a:xfrm>
          <a:prstGeom prst="diamond">
            <a:avLst/>
          </a:prstGeom>
          <a:solidFill>
            <a:srgbClr val="F2E6D5"/>
          </a:solidFill>
          <a:ln w="12700">
            <a:solidFill>
              <a:srgbClr val="C4A27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2368296" y="7447788"/>
            <a:ext cx="12801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315968" y="7566660"/>
            <a:ext cx="365760" cy="0"/>
          </a:xfrm>
          <a:prstGeom prst="line">
            <a:avLst/>
          </a:prstGeom>
          <a:noFill/>
          <a:ln w="31750">
            <a:solidFill>
              <a:srgbClr val="6C8EBF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4809744" y="7447788"/>
            <a:ext cx="13716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flow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693408" y="7566660"/>
            <a:ext cx="365760" cy="0"/>
          </a:xfrm>
          <a:prstGeom prst="line">
            <a:avLst/>
          </a:prstGeom>
          <a:noFill/>
          <a:ln w="28575">
            <a:solidFill>
              <a:srgbClr val="6C8EBF"/>
            </a:solidFill>
            <a:prstDash val="dash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51"/>
          <p:cNvSpPr/>
          <p:nvPr/>
        </p:nvSpPr>
        <p:spPr>
          <a:xfrm>
            <a:off x="7187184" y="7447788"/>
            <a:ext cx="18288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branch / iteration loop</a:t>
            </a:r>
            <a:endParaRPr lang="en-US" sz="1250" dirty="0"/>
          </a:p>
        </p:txBody>
      </p:sp>
      <p:pic>
        <p:nvPicPr>
          <p:cNvPr id="55" name="Picture 54" descr="A graph of a graph with lines and snowflakes&#10;&#10;AI-generated content may be incorrect.">
            <a:extLst>
              <a:ext uri="{FF2B5EF4-FFF2-40B4-BE49-F238E27FC236}">
                <a16:creationId xmlns:a16="http://schemas.microsoft.com/office/drawing/2014/main" id="{46A55EDC-51D1-FAEE-D0F1-5A6DE30E3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09460" y="2372608"/>
            <a:ext cx="1023633" cy="74118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49B82AC-3D6E-7D90-AE43-11B46E9D8F00}"/>
              </a:ext>
            </a:extLst>
          </p:cNvPr>
          <p:cNvSpPr txBox="1"/>
          <p:nvPr/>
        </p:nvSpPr>
        <p:spPr>
          <a:xfrm>
            <a:off x="7660438" y="54115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C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63</Words>
  <Application>Microsoft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Saad Khan</dc:creator>
  <cp:lastModifiedBy>Saad Khan</cp:lastModifiedBy>
  <cp:revision>3</cp:revision>
  <dcterms:created xsi:type="dcterms:W3CDTF">2026-08-10T04:31:48Z</dcterms:created>
  <dcterms:modified xsi:type="dcterms:W3CDTF">2026-08-10T05:05:41Z</dcterms:modified>
</cp:coreProperties>
</file>